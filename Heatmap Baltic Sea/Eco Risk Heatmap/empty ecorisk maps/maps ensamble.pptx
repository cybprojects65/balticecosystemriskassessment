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0" r:id="rId3"/>
    <p:sldId id="258" r:id="rId4"/>
    <p:sldId id="261" r:id="rId5"/>
    <p:sldId id="259" r:id="rId6"/>
    <p:sldId id="262" r:id="rId7"/>
    <p:sldId id="263" r:id="rId8"/>
    <p:sldId id="264" r:id="rId9"/>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km - all spp" id="{A805E225-AFCB-41F4-A93F-3547F6EC7C98}">
          <p14:sldIdLst>
            <p14:sldId id="257"/>
            <p14:sldId id="260"/>
          </p14:sldIdLst>
        </p14:section>
        <p14:section name="mkm - five spp" id="{1C7B0101-1060-4B33-913A-3F9859A7BEEF}">
          <p14:sldIdLst>
            <p14:sldId id="258"/>
            <p14:sldId id="261"/>
          </p14:sldIdLst>
        </p14:section>
        <p14:section name="mkm - gadus morhua" id="{BA4EB1F9-6F98-45B7-A895-24E26D34C2F4}">
          <p14:sldIdLst>
            <p14:sldId id="259"/>
            <p14:sldId id="262"/>
          </p14:sldIdLst>
        </p14:section>
        <p14:section name="vae - all spp" id="{8F148BFE-7AEE-4126-AEA0-C8072BE307A7}">
          <p14:sldIdLst>
            <p14:sldId id="263"/>
            <p14:sldId id="26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showGuides="1">
      <p:cViewPr varScale="1">
        <p:scale>
          <a:sx n="149" d="100"/>
          <a:sy n="149" d="100"/>
        </p:scale>
        <p:origin x="692"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BBE0A0-CBF8-A0EF-66AB-8F89817A127C}"/>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33F7040D-11A4-CF1D-1272-84DEAD34FA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FBDB4F6-4B81-794F-22B5-CD4866E68B8E}"/>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5" name="Segnaposto piè di pagina 4">
            <a:extLst>
              <a:ext uri="{FF2B5EF4-FFF2-40B4-BE49-F238E27FC236}">
                <a16:creationId xmlns:a16="http://schemas.microsoft.com/office/drawing/2014/main" id="{C9427516-1345-33C4-E15E-2299256B31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94DDD7A-F440-879C-102E-DB95AB317D0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2304978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A818FA-C53D-C5AE-6199-26C5AA2E216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140B71BD-9098-04F8-D81D-BEBE134F9D46}"/>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AA05D9CD-BF74-F0E4-4AAE-9F430399EAB6}"/>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5" name="Segnaposto piè di pagina 4">
            <a:extLst>
              <a:ext uri="{FF2B5EF4-FFF2-40B4-BE49-F238E27FC236}">
                <a16:creationId xmlns:a16="http://schemas.microsoft.com/office/drawing/2014/main" id="{31C888C0-7D7E-D22E-B2C0-7DE2F644E33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344CB40-9140-63AB-2615-8CA794AF999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4162935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4382034-B89E-9573-3B68-81FC7437158A}"/>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0B0CA49-16B5-1608-E94D-C569AE4D5B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948EA4C0-8501-38B3-5469-B035799BA4F8}"/>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5" name="Segnaposto piè di pagina 4">
            <a:extLst>
              <a:ext uri="{FF2B5EF4-FFF2-40B4-BE49-F238E27FC236}">
                <a16:creationId xmlns:a16="http://schemas.microsoft.com/office/drawing/2014/main" id="{B091514B-FFFC-EAA7-C38D-031B4130ED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621FAB4-3F99-C15F-0CEE-C7D491815594}"/>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606957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DC9BDA0-5EF4-EA9A-E147-DCAABB098BC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A02E991-1B5E-CB07-F1B0-0150F84B53DB}"/>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6F7B740E-F8E7-3AEB-2DD9-32F1EE3454C0}"/>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50909FF4-C43F-76FA-742E-2B9E28927F65}"/>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6" name="Segnaposto piè di pagina 5">
            <a:extLst>
              <a:ext uri="{FF2B5EF4-FFF2-40B4-BE49-F238E27FC236}">
                <a16:creationId xmlns:a16="http://schemas.microsoft.com/office/drawing/2014/main" id="{727AC408-A3B5-20F4-815D-585BAAE0DCE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D447E2D-0290-0DC9-4EB8-BE766BD8465C}"/>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462317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0400B7-74AE-CFF3-4A2D-CDB42C5BD265}"/>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0CA461D9-FED0-5BB7-A8DB-5A80C84D94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7F8C463-1EC1-DEAB-4BF9-659C97B08437}"/>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4AA83D10-5E45-B387-55C2-9DBBE08E8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D7C50233-38BE-B1CD-892D-CFD0B9BE542D}"/>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6F5F16F4-8F11-8C73-49F2-4E011C375F4C}"/>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8" name="Segnaposto piè di pagina 7">
            <a:extLst>
              <a:ext uri="{FF2B5EF4-FFF2-40B4-BE49-F238E27FC236}">
                <a16:creationId xmlns:a16="http://schemas.microsoft.com/office/drawing/2014/main" id="{4F7372DB-AA40-AC65-5B1F-3C89A809D561}"/>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FE492B74-C8F6-60CA-FDC7-EB18DCE85F5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8221145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73C598-C749-B71B-97E5-83340FDCB3D1}"/>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993A9799-37B1-C52D-1845-CC4996003684}"/>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4" name="Segnaposto piè di pagina 3">
            <a:extLst>
              <a:ext uri="{FF2B5EF4-FFF2-40B4-BE49-F238E27FC236}">
                <a16:creationId xmlns:a16="http://schemas.microsoft.com/office/drawing/2014/main" id="{56836BD7-9F6A-D174-748B-07C939B47211}"/>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6088E0A9-C532-A01C-F682-24B9AAD0CC1A}"/>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003988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4C243262-14B8-B36C-1692-24880F80C039}"/>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3" name="Segnaposto piè di pagina 2">
            <a:extLst>
              <a:ext uri="{FF2B5EF4-FFF2-40B4-BE49-F238E27FC236}">
                <a16:creationId xmlns:a16="http://schemas.microsoft.com/office/drawing/2014/main" id="{93A8752F-C94B-2E82-DF15-31433EEF754A}"/>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5DB2BB79-9A68-76E9-63C9-26FB9378726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63480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9FF27C-4CB6-C5AD-FF2B-1989FF37085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12E4E98-1C0B-DB46-E2A7-D6A4B276DE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111FF215-5A83-7627-335E-5C78579DC8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C7D04CF5-52F0-E6E8-E7BD-4F9391BC215C}"/>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6" name="Segnaposto piè di pagina 5">
            <a:extLst>
              <a:ext uri="{FF2B5EF4-FFF2-40B4-BE49-F238E27FC236}">
                <a16:creationId xmlns:a16="http://schemas.microsoft.com/office/drawing/2014/main" id="{B87EFF67-96C9-9EF1-7FB4-28FD53F57E6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59C4DF7E-E2D4-9451-9970-777102C53F62}"/>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28263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E9D771-2F9B-FA04-1B37-34FF27D745C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B0C827E-9BE8-2E98-F5B2-E1323A23F6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796002-26C1-672C-8C0E-DA26A7D7E5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DDF69D20-0F19-7919-1F86-4ED89DFFB250}"/>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6" name="Segnaposto piè di pagina 5">
            <a:extLst>
              <a:ext uri="{FF2B5EF4-FFF2-40B4-BE49-F238E27FC236}">
                <a16:creationId xmlns:a16="http://schemas.microsoft.com/office/drawing/2014/main" id="{E352CF88-6B0C-81BE-5D8D-8FF2E8E526E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E24CF7D-0491-9667-C368-C38AD9D45F7F}"/>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1906451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2F5F81F-7189-97E5-5462-0A908563638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1A5D2A5E-0F27-F010-17B3-9FA09A4AAFFE}"/>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2CA576B-3A62-85B0-5A3B-B06B0DB7ABFC}"/>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5" name="Segnaposto piè di pagina 4">
            <a:extLst>
              <a:ext uri="{FF2B5EF4-FFF2-40B4-BE49-F238E27FC236}">
                <a16:creationId xmlns:a16="http://schemas.microsoft.com/office/drawing/2014/main" id="{3B77D120-63AB-ECD1-4620-D6D01D118F8C}"/>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92B85CE9-4AAF-D723-1872-B5936019B05B}"/>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758917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C2EF1D34-BE4C-D40B-633A-CE1081D1C3C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22EB05C5-F410-3AB6-9833-CEDCCF15A7BD}"/>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0B66FC0-C212-4EF8-C72D-B0DD2C506D10}"/>
              </a:ext>
            </a:extLst>
          </p:cNvPr>
          <p:cNvSpPr>
            <a:spLocks noGrp="1"/>
          </p:cNvSpPr>
          <p:nvPr>
            <p:ph type="dt" sz="half" idx="10"/>
          </p:nvPr>
        </p:nvSpPr>
        <p:spPr/>
        <p:txBody>
          <a:bodyPr/>
          <a:lstStyle/>
          <a:p>
            <a:fld id="{8FD2010B-0304-4359-A36D-7ABB3F867AC8}" type="datetimeFigureOut">
              <a:rPr lang="it-IT" smtClean="0"/>
              <a:t>10/12/2025</a:t>
            </a:fld>
            <a:endParaRPr lang="it-IT"/>
          </a:p>
        </p:txBody>
      </p:sp>
      <p:sp>
        <p:nvSpPr>
          <p:cNvPr id="5" name="Segnaposto piè di pagina 4">
            <a:extLst>
              <a:ext uri="{FF2B5EF4-FFF2-40B4-BE49-F238E27FC236}">
                <a16:creationId xmlns:a16="http://schemas.microsoft.com/office/drawing/2014/main" id="{CBBD3EDA-4080-57C3-7844-35C438F58539}"/>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BF9DF2A-1C54-987C-D14B-02DBA9E7C353}"/>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397838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A38C893F-6660-6807-1189-CD19430D1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6E02A44D-32F0-7545-D7F9-8CDFE20EBB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517CE55-1C6F-8D1B-EAAE-F57BE00D8E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D2010B-0304-4359-A36D-7ABB3F867AC8}" type="datetimeFigureOut">
              <a:rPr lang="it-IT" smtClean="0"/>
              <a:t>10/12/2025</a:t>
            </a:fld>
            <a:endParaRPr lang="it-IT"/>
          </a:p>
        </p:txBody>
      </p:sp>
      <p:sp>
        <p:nvSpPr>
          <p:cNvPr id="5" name="Segnaposto piè di pagina 4">
            <a:extLst>
              <a:ext uri="{FF2B5EF4-FFF2-40B4-BE49-F238E27FC236}">
                <a16:creationId xmlns:a16="http://schemas.microsoft.com/office/drawing/2014/main" id="{33ABF1CA-1DDE-9D8C-8B18-E59C857422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8E9A230-1255-CF33-71CA-32D5A27B2E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1EA57E-E379-4B46-AB2C-561019FDBF6D}" type="slidenum">
              <a:rPr lang="it-IT" smtClean="0"/>
              <a:t>‹N›</a:t>
            </a:fld>
            <a:endParaRPr lang="it-IT"/>
          </a:p>
        </p:txBody>
      </p:sp>
    </p:spTree>
    <p:extLst>
      <p:ext uri="{BB962C8B-B14F-4D97-AF65-F5344CB8AC3E}">
        <p14:creationId xmlns:p14="http://schemas.microsoft.com/office/powerpoint/2010/main" val="42781995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B38E7429-5060-5B7C-8506-655E1C8CF9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325547"/>
            <a:chOff x="5219879" y="3899677"/>
            <a:chExt cx="5429784" cy="2325547"/>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levels and very low surface productivity. Very high biomass despite fair salinity and fair shipping traffic, combined with very low fishing activity and the presence of dumping sites.</a:t>
              </a:r>
              <a:r>
                <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fair salinity, very low fishing activity, and moderate shipping traffic. Only a minimal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moderately low bottom oxygen and very low surface productivity. Very high biomass despite low salinity, fair fishing activity, and moderate shipping traffic, with only minimal wind-farm presence.</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326466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A8C9D8DD-2C70-37D5-C0E8-D975123D3E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325547"/>
            <a:chOff x="5219879" y="3899677"/>
            <a:chExt cx="5429784" cy="2325547"/>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levels and very low surface productivity. Very high biomass despite fair salinity and fair shipping traffic, combined with very low fishing activity and the presence of dumping sites.</a:t>
              </a:r>
              <a:r>
                <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fair salinity, very low fishing activity, and moderate shipping traffic. Only a minimal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moderately low bottom oxygen and very low surface productivity. Very high biomass despite low salinity, fair fishing activity, and moderate shipping traffic, with only minimal wind-farm presence.</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1965032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75BD8736-82B3-2322-49F8-3BCD921C34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1493032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3BD079C5-40D5-77DD-77B0-6454F5DC12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2594551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descr="Immagine che contiene mappa, testo, diagramma, atlante&#10;&#10;Descrizione generata automaticamente">
            <a:extLst>
              <a:ext uri="{FF2B5EF4-FFF2-40B4-BE49-F238E27FC236}">
                <a16:creationId xmlns:a16="http://schemas.microsoft.com/office/drawing/2014/main" id="{483F4012-9532-63EE-D0A2-F4852DC96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197284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DBB7B2F1-07EE-479F-CA24-DD9EDD6D2D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7453617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Immagine che contiene mappa, testo, diagramma&#10;&#10;Descrizione generata automaticamente">
            <a:extLst>
              <a:ext uri="{FF2B5EF4-FFF2-40B4-BE49-F238E27FC236}">
                <a16:creationId xmlns:a16="http://schemas.microsoft.com/office/drawing/2014/main" id="{8DE16B32-7DA1-D0CF-3C5C-7C80C38A62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848089"/>
            <a:chOff x="5219879" y="3899677"/>
            <a:chExt cx="5429784" cy="848089"/>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5" name="CasellaDiTesto 4">
            <a:extLst>
              <a:ext uri="{FF2B5EF4-FFF2-40B4-BE49-F238E27FC236}">
                <a16:creationId xmlns:a16="http://schemas.microsoft.com/office/drawing/2014/main" id="{21266FD8-DC42-1674-5D02-1ED5E32C1E9B}"/>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2" name="CasellaDiTesto 11">
            <a:extLst>
              <a:ext uri="{FF2B5EF4-FFF2-40B4-BE49-F238E27FC236}">
                <a16:creationId xmlns:a16="http://schemas.microsoft.com/office/drawing/2014/main" id="{8A5428EB-FF1E-3C3D-8D93-60647E6FF625}"/>
              </a:ext>
            </a:extLst>
          </p:cNvPr>
          <p:cNvSpPr txBox="1"/>
          <p:nvPr/>
        </p:nvSpPr>
        <p:spPr>
          <a:xfrm>
            <a:off x="7003748" y="2649422"/>
            <a:ext cx="565119" cy="646331"/>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 </a:t>
            </a:r>
          </a:p>
          <a:p>
            <a:pPr algn="ctr"/>
            <a:endPar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o 2?</a:t>
            </a:r>
          </a:p>
        </p:txBody>
      </p:sp>
    </p:spTree>
    <p:extLst>
      <p:ext uri="{BB962C8B-B14F-4D97-AF65-F5344CB8AC3E}">
        <p14:creationId xmlns:p14="http://schemas.microsoft.com/office/powerpoint/2010/main" val="1984900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F9507DFE-CD8F-1F16-C86F-419562F991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grpSp>
        <p:nvGrpSpPr>
          <p:cNvPr id="12" name="Gruppo 11">
            <a:extLst>
              <a:ext uri="{FF2B5EF4-FFF2-40B4-BE49-F238E27FC236}">
                <a16:creationId xmlns:a16="http://schemas.microsoft.com/office/drawing/2014/main" id="{FDDD8365-C09C-F2DF-D512-3917AD40B1C2}"/>
              </a:ext>
            </a:extLst>
          </p:cNvPr>
          <p:cNvGrpSpPr/>
          <p:nvPr/>
        </p:nvGrpSpPr>
        <p:grpSpPr>
          <a:xfrm>
            <a:off x="5219879" y="3899677"/>
            <a:ext cx="5429784" cy="848089"/>
            <a:chOff x="5219879" y="3899677"/>
            <a:chExt cx="5429784" cy="848089"/>
          </a:xfrm>
        </p:grpSpPr>
        <p:sp>
          <p:nvSpPr>
            <p:cNvPr id="14" name="CasellaDiTesto 13">
              <a:extLst>
                <a:ext uri="{FF2B5EF4-FFF2-40B4-BE49-F238E27FC236}">
                  <a16:creationId xmlns:a16="http://schemas.microsoft.com/office/drawing/2014/main" id="{63DB16E8-7673-DF06-070D-482732244F8D}"/>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sp>
          <p:nvSpPr>
            <p:cNvPr id="15" name="CasellaDiTesto 14">
              <a:extLst>
                <a:ext uri="{FF2B5EF4-FFF2-40B4-BE49-F238E27FC236}">
                  <a16:creationId xmlns:a16="http://schemas.microsoft.com/office/drawing/2014/main" id="{9410F135-8E8A-D277-EDF5-20623186786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6" name="CasellaDiTesto 15">
            <a:extLst>
              <a:ext uri="{FF2B5EF4-FFF2-40B4-BE49-F238E27FC236}">
                <a16:creationId xmlns:a16="http://schemas.microsoft.com/office/drawing/2014/main" id="{CBD5D4D5-2C6A-1A5D-D09D-F4320726F0F1}"/>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7" name="CasellaDiTesto 16">
            <a:extLst>
              <a:ext uri="{FF2B5EF4-FFF2-40B4-BE49-F238E27FC236}">
                <a16:creationId xmlns:a16="http://schemas.microsoft.com/office/drawing/2014/main" id="{C32DF3A5-0213-118F-CF75-8249A8B012E5}"/>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8" name="CasellaDiTesto 17">
            <a:extLst>
              <a:ext uri="{FF2B5EF4-FFF2-40B4-BE49-F238E27FC236}">
                <a16:creationId xmlns:a16="http://schemas.microsoft.com/office/drawing/2014/main" id="{24910F9C-CEB2-8D27-B566-AB4976ABBBCD}"/>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1" name="CasellaDiTesto 20">
            <a:extLst>
              <a:ext uri="{FF2B5EF4-FFF2-40B4-BE49-F238E27FC236}">
                <a16:creationId xmlns:a16="http://schemas.microsoft.com/office/drawing/2014/main" id="{EF14A826-C238-0924-B4F2-1EA9251B60BA}"/>
              </a:ext>
            </a:extLst>
          </p:cNvPr>
          <p:cNvSpPr txBox="1"/>
          <p:nvPr/>
        </p:nvSpPr>
        <p:spPr>
          <a:xfrm>
            <a:off x="7003748" y="2649422"/>
            <a:ext cx="565119" cy="646331"/>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 </a:t>
            </a:r>
          </a:p>
          <a:p>
            <a:pPr algn="ctr"/>
            <a:endPar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o 2?</a:t>
            </a:r>
          </a:p>
        </p:txBody>
      </p:sp>
    </p:spTree>
    <p:extLst>
      <p:ext uri="{BB962C8B-B14F-4D97-AF65-F5344CB8AC3E}">
        <p14:creationId xmlns:p14="http://schemas.microsoft.com/office/powerpoint/2010/main" val="3029371221"/>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393</TotalTime>
  <Words>1016</Words>
  <Application>Microsoft Office PowerPoint</Application>
  <PresentationFormat>Widescreen</PresentationFormat>
  <Paragraphs>99</Paragraphs>
  <Slides>8</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8</vt:i4>
      </vt:variant>
    </vt:vector>
  </HeadingPairs>
  <TitlesOfParts>
    <vt:vector size="13" baseType="lpstr">
      <vt:lpstr>Aptos</vt:lpstr>
      <vt:lpstr>Aptos Display</vt:lpstr>
      <vt:lpstr>Arial</vt:lpstr>
      <vt:lpstr>MS Shell Dlg 2</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Laura Pavirani</dc:creator>
  <cp:lastModifiedBy>Laura Pavirani</cp:lastModifiedBy>
  <cp:revision>13</cp:revision>
  <dcterms:created xsi:type="dcterms:W3CDTF">2025-12-10T09:17:21Z</dcterms:created>
  <dcterms:modified xsi:type="dcterms:W3CDTF">2025-12-10T15:50:40Z</dcterms:modified>
</cp:coreProperties>
</file>